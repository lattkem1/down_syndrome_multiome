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66305-7024-4513-B1F2-D0ABF23C6F1B}" v="1105" dt="2025-08-15T14:19:43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ttke, Michael" userId="b6a7f73c-722a-45aa-a013-09f563d00f13" providerId="ADAL" clId="{487EDEE4-C382-4B4B-8FF4-CAA50C3E8F16}"/>
    <pc:docChg chg="modSld">
      <pc:chgData name="Lattke, Michael" userId="b6a7f73c-722a-45aa-a013-09f563d00f13" providerId="ADAL" clId="{487EDEE4-C382-4B4B-8FF4-CAA50C3E8F16}" dt="2024-10-22T10:39:44.623" v="1" actId="20577"/>
      <pc:docMkLst>
        <pc:docMk/>
      </pc:docMkLst>
      <pc:sldChg chg="modSp">
        <pc:chgData name="Lattke, Michael" userId="b6a7f73c-722a-45aa-a013-09f563d00f13" providerId="ADAL" clId="{487EDEE4-C382-4B4B-8FF4-CAA50C3E8F16}" dt="2024-10-22T10:39:44.623" v="1" actId="20577"/>
        <pc:sldMkLst>
          <pc:docMk/>
          <pc:sldMk cId="2250494485" sldId="256"/>
        </pc:sldMkLst>
      </pc:sldChg>
    </pc:docChg>
  </pc:docChgLst>
  <pc:docChgLst>
    <pc:chgData name="Lattke, Michael" userId="b6a7f73c-722a-45aa-a013-09f563d00f13" providerId="ADAL" clId="{37DF898A-2737-43FE-A186-E2328E7B31BB}"/>
    <pc:docChg chg="undo redo custSel addSld delSld modSld delMainMaster">
      <pc:chgData name="Lattke, Michael" userId="b6a7f73c-722a-45aa-a013-09f563d00f13" providerId="ADAL" clId="{37DF898A-2737-43FE-A186-E2328E7B31BB}" dt="2024-10-14T14:03:56.065" v="1555" actId="20577"/>
      <pc:docMkLst>
        <pc:docMk/>
      </pc:docMkLst>
      <pc:sldChg chg="addSp delSp modSp new mod delAnim modAnim">
        <pc:chgData name="Lattke, Michael" userId="b6a7f73c-722a-45aa-a013-09f563d00f13" providerId="ADAL" clId="{37DF898A-2737-43FE-A186-E2328E7B31BB}" dt="2024-10-14T14:03:56.065" v="1555" actId="20577"/>
        <pc:sldMkLst>
          <pc:docMk/>
          <pc:sldMk cId="2250494485" sldId="256"/>
        </pc:sldMkLst>
      </pc:sldChg>
      <pc:sldChg chg="modSp add del mod">
        <pc:chgData name="Lattke, Michael" userId="b6a7f73c-722a-45aa-a013-09f563d00f13" providerId="ADAL" clId="{37DF898A-2737-43FE-A186-E2328E7B31BB}" dt="2024-10-09T15:35:54.743" v="1429" actId="47"/>
        <pc:sldMkLst>
          <pc:docMk/>
          <pc:sldMk cId="3967443827" sldId="1487"/>
        </pc:sldMkLst>
      </pc:sldChg>
      <pc:sldMasterChg chg="del delSldLayout">
        <pc:chgData name="Lattke, Michael" userId="b6a7f73c-722a-45aa-a013-09f563d00f13" providerId="ADAL" clId="{37DF898A-2737-43FE-A186-E2328E7B31BB}" dt="2024-10-09T15:35:54.743" v="1429" actId="47"/>
        <pc:sldMasterMkLst>
          <pc:docMk/>
          <pc:sldMasterMk cId="3525315000" sldId="2147483660"/>
        </pc:sldMasterMkLst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917696256" sldId="214748366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951044546" sldId="214748366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671531664" sldId="214748366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4138570617" sldId="214748366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919600964" sldId="214748366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4053573221" sldId="214748366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094004668" sldId="214748366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148913601" sldId="214748366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713392274" sldId="214748366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4020067835" sldId="214748367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250765626" sldId="214748367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192735236" sldId="214748367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304205256" sldId="214748367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618435229" sldId="214748367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686088439" sldId="214748367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95784541" sldId="214748367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581096085" sldId="214748367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26094954" sldId="214748367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966117753" sldId="214748367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94731015" sldId="214748368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150152781" sldId="214748368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17308094" sldId="214748368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08442663" sldId="214748368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439003019" sldId="214748368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4034630712" sldId="214748368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963426902" sldId="214748368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666013444" sldId="214748368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317574835" sldId="214748368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105246082" sldId="214748368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974747076" sldId="214748369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93298046" sldId="214748369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280045383" sldId="214748369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926239150" sldId="214748369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624827656" sldId="214748369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96654195" sldId="214748369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945712509" sldId="214748369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413934306" sldId="214748369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132012394" sldId="214748369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691606870" sldId="214748369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780114609" sldId="214748370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59967079" sldId="214748370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478959394" sldId="214748370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784948326" sldId="214748370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4183645818" sldId="214748370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694716689" sldId="214748370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031717811" sldId="214748370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273263170" sldId="214748370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359755181" sldId="214748370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750890505" sldId="214748370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219206469" sldId="214748371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986567140" sldId="214748371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483173839" sldId="214748371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291574599" sldId="214748371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671289544" sldId="2147483714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629516537" sldId="2147483715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243182508" sldId="2147483716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743271784" sldId="2147483717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1999429733" sldId="2147483718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881882088" sldId="2147483719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958353291" sldId="2147483720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2602392002" sldId="2147483721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325010641" sldId="2147483722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3217083865" sldId="2147483723"/>
          </pc:sldLayoutMkLst>
        </pc:sldLayoutChg>
        <pc:sldLayoutChg chg="del">
          <pc:chgData name="Lattke, Michael" userId="b6a7f73c-722a-45aa-a013-09f563d00f13" providerId="ADAL" clId="{37DF898A-2737-43FE-A186-E2328E7B31BB}" dt="2024-10-09T15:35:54.743" v="1429" actId="47"/>
          <pc:sldLayoutMkLst>
            <pc:docMk/>
            <pc:sldMasterMk cId="3525315000" sldId="2147483660"/>
            <pc:sldLayoutMk cId="919025998" sldId="2147483724"/>
          </pc:sldLayoutMkLst>
        </pc:sldLayoutChg>
      </pc:sldMasterChg>
    </pc:docChg>
  </pc:docChgLst>
  <pc:docChgLst>
    <pc:chgData name="Lattke, Michael" userId="b6a7f73c-722a-45aa-a013-09f563d00f13" providerId="ADAL" clId="{C6E66305-7024-4513-B1F2-D0ABF23C6F1B}"/>
    <pc:docChg chg="undo custSel addSld delSld modSld">
      <pc:chgData name="Lattke, Michael" userId="b6a7f73c-722a-45aa-a013-09f563d00f13" providerId="ADAL" clId="{C6E66305-7024-4513-B1F2-D0ABF23C6F1B}" dt="2025-08-15T14:19:43.578" v="1545" actId="20577"/>
      <pc:docMkLst>
        <pc:docMk/>
      </pc:docMkLst>
      <pc:sldChg chg="addSp delSp modSp mod delAnim modAnim">
        <pc:chgData name="Lattke, Michael" userId="b6a7f73c-722a-45aa-a013-09f563d00f13" providerId="ADAL" clId="{C6E66305-7024-4513-B1F2-D0ABF23C6F1B}" dt="2025-08-15T14:19:43.578" v="1545" actId="20577"/>
        <pc:sldMkLst>
          <pc:docMk/>
          <pc:sldMk cId="2250494485" sldId="256"/>
        </pc:sldMkLst>
        <pc:spChg chg="add mod">
          <ac:chgData name="Lattke, Michael" userId="b6a7f73c-722a-45aa-a013-09f563d00f13" providerId="ADAL" clId="{C6E66305-7024-4513-B1F2-D0ABF23C6F1B}" dt="2025-08-15T14:08:42.314" v="1438" actId="1076"/>
          <ac:spMkLst>
            <pc:docMk/>
            <pc:sldMk cId="2250494485" sldId="256"/>
            <ac:spMk id="2" creationId="{527536C0-0947-B4AC-EF5E-995B9F2CAABC}"/>
          </ac:spMkLst>
        </pc:spChg>
        <pc:spChg chg="add mod">
          <ac:chgData name="Lattke, Michael" userId="b6a7f73c-722a-45aa-a013-09f563d00f13" providerId="ADAL" clId="{C6E66305-7024-4513-B1F2-D0ABF23C6F1B}" dt="2025-08-15T14:19:43.578" v="1545" actId="20577"/>
          <ac:spMkLst>
            <pc:docMk/>
            <pc:sldMk cId="2250494485" sldId="256"/>
            <ac:spMk id="3" creationId="{1501FB30-D035-BF85-2C3B-21D82BC808D5}"/>
          </ac:spMkLst>
        </pc:spChg>
        <pc:spChg chg="add mod">
          <ac:chgData name="Lattke, Michael" userId="b6a7f73c-722a-45aa-a013-09f563d00f13" providerId="ADAL" clId="{C6E66305-7024-4513-B1F2-D0ABF23C6F1B}" dt="2025-08-15T14:11:21.441" v="1456" actId="1076"/>
          <ac:spMkLst>
            <pc:docMk/>
            <pc:sldMk cId="2250494485" sldId="256"/>
            <ac:spMk id="5" creationId="{63D5DD55-C5AD-7076-AE82-46A7D4213BEC}"/>
          </ac:spMkLst>
        </pc:spChg>
        <pc:spChg chg="mod">
          <ac:chgData name="Lattke, Michael" userId="b6a7f73c-722a-45aa-a013-09f563d00f13" providerId="ADAL" clId="{C6E66305-7024-4513-B1F2-D0ABF23C6F1B}" dt="2025-08-15T14:08:11.825" v="1416" actId="14100"/>
          <ac:spMkLst>
            <pc:docMk/>
            <pc:sldMk cId="2250494485" sldId="256"/>
            <ac:spMk id="7" creationId="{7DD0BC43-90CA-19C5-DB68-68640143CDF4}"/>
          </ac:spMkLst>
        </pc:spChg>
        <pc:spChg chg="mod">
          <ac:chgData name="Lattke, Michael" userId="b6a7f73c-722a-45aa-a013-09f563d00f13" providerId="ADAL" clId="{C6E66305-7024-4513-B1F2-D0ABF23C6F1B}" dt="2025-08-15T14:15:27.956" v="1495" actId="1036"/>
          <ac:spMkLst>
            <pc:docMk/>
            <pc:sldMk cId="2250494485" sldId="256"/>
            <ac:spMk id="9" creationId="{4080D7DF-9EFF-EFFF-C450-26889826DFCA}"/>
          </ac:spMkLst>
        </pc:spChg>
        <pc:spChg chg="mod">
          <ac:chgData name="Lattke, Michael" userId="b6a7f73c-722a-45aa-a013-09f563d00f13" providerId="ADAL" clId="{C6E66305-7024-4513-B1F2-D0ABF23C6F1B}" dt="2025-08-15T14:19:10.247" v="1540" actId="1076"/>
          <ac:spMkLst>
            <pc:docMk/>
            <pc:sldMk cId="2250494485" sldId="256"/>
            <ac:spMk id="12" creationId="{0758B446-C48A-9498-62CD-F3AECBE4DDCD}"/>
          </ac:spMkLst>
        </pc:spChg>
        <pc:spChg chg="mod">
          <ac:chgData name="Lattke, Michael" userId="b6a7f73c-722a-45aa-a013-09f563d00f13" providerId="ADAL" clId="{C6E66305-7024-4513-B1F2-D0ABF23C6F1B}" dt="2025-08-15T14:05:03.642" v="1360" actId="1036"/>
          <ac:spMkLst>
            <pc:docMk/>
            <pc:sldMk cId="2250494485" sldId="256"/>
            <ac:spMk id="14" creationId="{0EA13918-5410-EEB7-7428-77893062E13C}"/>
          </ac:spMkLst>
        </pc:spChg>
        <pc:spChg chg="mod">
          <ac:chgData name="Lattke, Michael" userId="b6a7f73c-722a-45aa-a013-09f563d00f13" providerId="ADAL" clId="{C6E66305-7024-4513-B1F2-D0ABF23C6F1B}" dt="2025-08-15T14:13:08.375" v="1477" actId="20577"/>
          <ac:spMkLst>
            <pc:docMk/>
            <pc:sldMk cId="2250494485" sldId="256"/>
            <ac:spMk id="31" creationId="{5D24CB86-496F-338F-7AAA-1EB6B5FDE79A}"/>
          </ac:spMkLst>
        </pc:spChg>
        <pc:spChg chg="mod">
          <ac:chgData name="Lattke, Michael" userId="b6a7f73c-722a-45aa-a013-09f563d00f13" providerId="ADAL" clId="{C6E66305-7024-4513-B1F2-D0ABF23C6F1B}" dt="2025-08-15T14:05:03.642" v="1360" actId="1036"/>
          <ac:spMkLst>
            <pc:docMk/>
            <pc:sldMk cId="2250494485" sldId="256"/>
            <ac:spMk id="41" creationId="{6165AD1D-B965-8B44-1DBF-395438FF6678}"/>
          </ac:spMkLst>
        </pc:spChg>
        <pc:spChg chg="mod">
          <ac:chgData name="Lattke, Michael" userId="b6a7f73c-722a-45aa-a013-09f563d00f13" providerId="ADAL" clId="{C6E66305-7024-4513-B1F2-D0ABF23C6F1B}" dt="2025-08-15T14:14:27.336" v="1490" actId="20577"/>
          <ac:spMkLst>
            <pc:docMk/>
            <pc:sldMk cId="2250494485" sldId="256"/>
            <ac:spMk id="46" creationId="{5C80FBDC-C0C9-9B10-9D33-BAC1DC6340E2}"/>
          </ac:spMkLst>
        </pc:spChg>
        <pc:spChg chg="add mod">
          <ac:chgData name="Lattke, Michael" userId="b6a7f73c-722a-45aa-a013-09f563d00f13" providerId="ADAL" clId="{C6E66305-7024-4513-B1F2-D0ABF23C6F1B}" dt="2025-08-15T14:17:26.830" v="1516" actId="1076"/>
          <ac:spMkLst>
            <pc:docMk/>
            <pc:sldMk cId="2250494485" sldId="256"/>
            <ac:spMk id="52" creationId="{4C09EA5B-A386-B9F3-7BCD-11BBBFBE326E}"/>
          </ac:spMkLst>
        </pc:spChg>
        <pc:spChg chg="add mod">
          <ac:chgData name="Lattke, Michael" userId="b6a7f73c-722a-45aa-a013-09f563d00f13" providerId="ADAL" clId="{C6E66305-7024-4513-B1F2-D0ABF23C6F1B}" dt="2025-08-15T14:17:57.335" v="1524" actId="1076"/>
          <ac:spMkLst>
            <pc:docMk/>
            <pc:sldMk cId="2250494485" sldId="256"/>
            <ac:spMk id="53" creationId="{5C8718C1-7F8B-0DAE-258C-7274267523AB}"/>
          </ac:spMkLst>
        </pc:spChg>
        <pc:spChg chg="add mod">
          <ac:chgData name="Lattke, Michael" userId="b6a7f73c-722a-45aa-a013-09f563d00f13" providerId="ADAL" clId="{C6E66305-7024-4513-B1F2-D0ABF23C6F1B}" dt="2025-08-15T14:17:12.092" v="1514" actId="14100"/>
          <ac:spMkLst>
            <pc:docMk/>
            <pc:sldMk cId="2250494485" sldId="256"/>
            <ac:spMk id="56" creationId="{32405A09-FE41-8CB9-C07A-9FF2F79F93F0}"/>
          </ac:spMkLst>
        </pc:spChg>
        <pc:spChg chg="mod">
          <ac:chgData name="Lattke, Michael" userId="b6a7f73c-722a-45aa-a013-09f563d00f13" providerId="ADAL" clId="{C6E66305-7024-4513-B1F2-D0ABF23C6F1B}" dt="2025-08-15T14:11:21.441" v="1456" actId="1076"/>
          <ac:spMkLst>
            <pc:docMk/>
            <pc:sldMk cId="2250494485" sldId="256"/>
            <ac:spMk id="82" creationId="{F861D2F9-6AF8-1458-B73E-71DC6779DAA7}"/>
          </ac:spMkLst>
        </pc:spChg>
        <pc:spChg chg="mod">
          <ac:chgData name="Lattke, Michael" userId="b6a7f73c-722a-45aa-a013-09f563d00f13" providerId="ADAL" clId="{C6E66305-7024-4513-B1F2-D0ABF23C6F1B}" dt="2025-08-15T14:11:21.441" v="1456" actId="1076"/>
          <ac:spMkLst>
            <pc:docMk/>
            <pc:sldMk cId="2250494485" sldId="256"/>
            <ac:spMk id="83" creationId="{0D3BDF6F-4A80-C949-CE3F-EACA71660A2A}"/>
          </ac:spMkLst>
        </pc:spChg>
        <pc:spChg chg="add mod">
          <ac:chgData name="Lattke, Michael" userId="b6a7f73c-722a-45aa-a013-09f563d00f13" providerId="ADAL" clId="{C6E66305-7024-4513-B1F2-D0ABF23C6F1B}" dt="2025-08-15T14:18:19.758" v="1531" actId="1036"/>
          <ac:spMkLst>
            <pc:docMk/>
            <pc:sldMk cId="2250494485" sldId="256"/>
            <ac:spMk id="85" creationId="{7584F87A-3458-544E-34D8-7E829B36AAA1}"/>
          </ac:spMkLst>
        </pc:spChg>
        <pc:spChg chg="add mod">
          <ac:chgData name="Lattke, Michael" userId="b6a7f73c-722a-45aa-a013-09f563d00f13" providerId="ADAL" clId="{C6E66305-7024-4513-B1F2-D0ABF23C6F1B}" dt="2025-08-15T14:11:36.458" v="1458" actId="14100"/>
          <ac:spMkLst>
            <pc:docMk/>
            <pc:sldMk cId="2250494485" sldId="256"/>
            <ac:spMk id="95" creationId="{9E19AFFD-189E-D8C7-5538-41179D91D653}"/>
          </ac:spMkLst>
        </pc:spChg>
        <pc:cxnChg chg="add mod">
          <ac:chgData name="Lattke, Michael" userId="b6a7f73c-722a-45aa-a013-09f563d00f13" providerId="ADAL" clId="{C6E66305-7024-4513-B1F2-D0ABF23C6F1B}" dt="2025-08-15T14:09:02.491" v="1443" actId="14100"/>
          <ac:cxnSpMkLst>
            <pc:docMk/>
            <pc:sldMk cId="2250494485" sldId="256"/>
            <ac:cxnSpMk id="4" creationId="{4C042EBB-0913-C4CC-0CF0-D29AF93D1DEB}"/>
          </ac:cxnSpMkLst>
        </pc:cxnChg>
        <pc:cxnChg chg="add mod">
          <ac:chgData name="Lattke, Michael" userId="b6a7f73c-722a-45aa-a013-09f563d00f13" providerId="ADAL" clId="{C6E66305-7024-4513-B1F2-D0ABF23C6F1B}" dt="2025-08-15T14:08:58.825" v="1442" actId="14100"/>
          <ac:cxnSpMkLst>
            <pc:docMk/>
            <pc:sldMk cId="2250494485" sldId="256"/>
            <ac:cxnSpMk id="6" creationId="{347D3D72-8F17-E5E4-7980-11B402DA83C0}"/>
          </ac:cxnSpMkLst>
        </pc:cxnChg>
        <pc:cxnChg chg="mod">
          <ac:chgData name="Lattke, Michael" userId="b6a7f73c-722a-45aa-a013-09f563d00f13" providerId="ADAL" clId="{C6E66305-7024-4513-B1F2-D0ABF23C6F1B}" dt="2025-08-15T14:08:15.779" v="1417" actId="1076"/>
          <ac:cxnSpMkLst>
            <pc:docMk/>
            <pc:sldMk cId="2250494485" sldId="256"/>
            <ac:cxnSpMk id="11" creationId="{42A536DF-D4AF-9587-87FB-FF8AA0EF5EE4}"/>
          </ac:cxnSpMkLst>
        </pc:cxnChg>
        <pc:cxnChg chg="mod">
          <ac:chgData name="Lattke, Michael" userId="b6a7f73c-722a-45aa-a013-09f563d00f13" providerId="ADAL" clId="{C6E66305-7024-4513-B1F2-D0ABF23C6F1B}" dt="2025-08-15T14:16:56.124" v="1511" actId="1036"/>
          <ac:cxnSpMkLst>
            <pc:docMk/>
            <pc:sldMk cId="2250494485" sldId="256"/>
            <ac:cxnSpMk id="13" creationId="{79E9C8D4-E492-6C06-5BCA-156D1A98E41A}"/>
          </ac:cxnSpMkLst>
        </pc:cxnChg>
        <pc:cxnChg chg="add mod">
          <ac:chgData name="Lattke, Michael" userId="b6a7f73c-722a-45aa-a013-09f563d00f13" providerId="ADAL" clId="{C6E66305-7024-4513-B1F2-D0ABF23C6F1B}" dt="2025-08-15T14:05:55.671" v="1393" actId="1037"/>
          <ac:cxnSpMkLst>
            <pc:docMk/>
            <pc:sldMk cId="2250494485" sldId="256"/>
            <ac:cxnSpMk id="16" creationId="{63FAF37B-6393-3259-EA89-76AF04FF5BA8}"/>
          </ac:cxnSpMkLst>
        </pc:cxnChg>
        <pc:cxnChg chg="mod">
          <ac:chgData name="Lattke, Michael" userId="b6a7f73c-722a-45aa-a013-09f563d00f13" providerId="ADAL" clId="{C6E66305-7024-4513-B1F2-D0ABF23C6F1B}" dt="2025-08-15T14:18:42.912" v="1539" actId="1035"/>
          <ac:cxnSpMkLst>
            <pc:docMk/>
            <pc:sldMk cId="2250494485" sldId="256"/>
            <ac:cxnSpMk id="20" creationId="{535620DB-4E5C-16EE-54F0-21FF868C54FB}"/>
          </ac:cxnSpMkLst>
        </pc:cxnChg>
        <pc:cxnChg chg="add mod">
          <ac:chgData name="Lattke, Michael" userId="b6a7f73c-722a-45aa-a013-09f563d00f13" providerId="ADAL" clId="{C6E66305-7024-4513-B1F2-D0ABF23C6F1B}" dt="2025-08-15T14:09:12.898" v="1446" actId="1035"/>
          <ac:cxnSpMkLst>
            <pc:docMk/>
            <pc:sldMk cId="2250494485" sldId="256"/>
            <ac:cxnSpMk id="21" creationId="{337FAE12-425D-DE3F-1328-46B9633200F4}"/>
          </ac:cxnSpMkLst>
        </pc:cxnChg>
        <pc:cxnChg chg="add mod">
          <ac:chgData name="Lattke, Michael" userId="b6a7f73c-722a-45aa-a013-09f563d00f13" providerId="ADAL" clId="{C6E66305-7024-4513-B1F2-D0ABF23C6F1B}" dt="2025-08-15T14:16:33.803" v="1503" actId="14100"/>
          <ac:cxnSpMkLst>
            <pc:docMk/>
            <pc:sldMk cId="2250494485" sldId="256"/>
            <ac:cxnSpMk id="23" creationId="{75CBA778-60E2-E976-B066-FD26B1F38303}"/>
          </ac:cxnSpMkLst>
        </pc:cxnChg>
        <pc:cxnChg chg="add mod">
          <ac:chgData name="Lattke, Michael" userId="b6a7f73c-722a-45aa-a013-09f563d00f13" providerId="ADAL" clId="{C6E66305-7024-4513-B1F2-D0ABF23C6F1B}" dt="2025-08-15T14:16:29.873" v="1502" actId="14100"/>
          <ac:cxnSpMkLst>
            <pc:docMk/>
            <pc:sldMk cId="2250494485" sldId="256"/>
            <ac:cxnSpMk id="25" creationId="{3FD56C37-887E-4234-1311-1B152C3FAB35}"/>
          </ac:cxnSpMkLst>
        </pc:cxnChg>
        <pc:cxnChg chg="add mod">
          <ac:chgData name="Lattke, Michael" userId="b6a7f73c-722a-45aa-a013-09f563d00f13" providerId="ADAL" clId="{C6E66305-7024-4513-B1F2-D0ABF23C6F1B}" dt="2025-08-12T11:20:22.596" v="393" actId="1076"/>
          <ac:cxnSpMkLst>
            <pc:docMk/>
            <pc:sldMk cId="2250494485" sldId="256"/>
            <ac:cxnSpMk id="27" creationId="{4B6D06B5-8CCA-DF06-2BD2-BA3815ABC8F0}"/>
          </ac:cxnSpMkLst>
        </pc:cxnChg>
        <pc:cxnChg chg="mod">
          <ac:chgData name="Lattke, Michael" userId="b6a7f73c-722a-45aa-a013-09f563d00f13" providerId="ADAL" clId="{C6E66305-7024-4513-B1F2-D0ABF23C6F1B}" dt="2025-08-12T11:18:57.445" v="349" actId="1076"/>
          <ac:cxnSpMkLst>
            <pc:docMk/>
            <pc:sldMk cId="2250494485" sldId="256"/>
            <ac:cxnSpMk id="45" creationId="{0E767645-0CAF-8A4F-4DB9-6623A1CB8FC8}"/>
          </ac:cxnSpMkLst>
        </pc:cxnChg>
        <pc:cxnChg chg="mod">
          <ac:chgData name="Lattke, Michael" userId="b6a7f73c-722a-45aa-a013-09f563d00f13" providerId="ADAL" clId="{C6E66305-7024-4513-B1F2-D0ABF23C6F1B}" dt="2025-08-15T14:05:18.476" v="1362" actId="1076"/>
          <ac:cxnSpMkLst>
            <pc:docMk/>
            <pc:sldMk cId="2250494485" sldId="256"/>
            <ac:cxnSpMk id="47" creationId="{85964A98-C6CF-8277-CB12-6B94340E545E}"/>
          </ac:cxnSpMkLst>
        </pc:cxnChg>
        <pc:cxnChg chg="add mod">
          <ac:chgData name="Lattke, Michael" userId="b6a7f73c-722a-45aa-a013-09f563d00f13" providerId="ADAL" clId="{C6E66305-7024-4513-B1F2-D0ABF23C6F1B}" dt="2025-08-15T14:01:25.373" v="1323" actId="14100"/>
          <ac:cxnSpMkLst>
            <pc:docMk/>
            <pc:sldMk cId="2250494485" sldId="256"/>
            <ac:cxnSpMk id="51" creationId="{633284EF-EBB4-6BC4-C87B-C21CCEACD52F}"/>
          </ac:cxnSpMkLst>
        </pc:cxnChg>
        <pc:cxnChg chg="add mod">
          <ac:chgData name="Lattke, Michael" userId="b6a7f73c-722a-45aa-a013-09f563d00f13" providerId="ADAL" clId="{C6E66305-7024-4513-B1F2-D0ABF23C6F1B}" dt="2025-08-15T14:18:12.632" v="1528" actId="14100"/>
          <ac:cxnSpMkLst>
            <pc:docMk/>
            <pc:sldMk cId="2250494485" sldId="256"/>
            <ac:cxnSpMk id="54" creationId="{ED98CE7F-95DE-3C0A-7A97-F0159AB5904C}"/>
          </ac:cxnSpMkLst>
        </pc:cxnChg>
        <pc:cxnChg chg="add mod">
          <ac:chgData name="Lattke, Michael" userId="b6a7f73c-722a-45aa-a013-09f563d00f13" providerId="ADAL" clId="{C6E66305-7024-4513-B1F2-D0ABF23C6F1B}" dt="2025-08-15T14:02:02.162" v="1328" actId="14100"/>
          <ac:cxnSpMkLst>
            <pc:docMk/>
            <pc:sldMk cId="2250494485" sldId="256"/>
            <ac:cxnSpMk id="58" creationId="{683CDA8A-30E7-A6EC-56A0-8DD941A7BD33}"/>
          </ac:cxnSpMkLst>
        </pc:cxnChg>
        <pc:cxnChg chg="add mod">
          <ac:chgData name="Lattke, Michael" userId="b6a7f73c-722a-45aa-a013-09f563d00f13" providerId="ADAL" clId="{C6E66305-7024-4513-B1F2-D0ABF23C6F1B}" dt="2025-08-15T14:06:36.330" v="1405" actId="14100"/>
          <ac:cxnSpMkLst>
            <pc:docMk/>
            <pc:sldMk cId="2250494485" sldId="256"/>
            <ac:cxnSpMk id="63" creationId="{82E42FF5-3EEB-3E3F-F9D1-CAE5A50DDAFB}"/>
          </ac:cxnSpMkLst>
        </pc:cxnChg>
        <pc:cxnChg chg="mod">
          <ac:chgData name="Lattke, Michael" userId="b6a7f73c-722a-45aa-a013-09f563d00f13" providerId="ADAL" clId="{C6E66305-7024-4513-B1F2-D0ABF23C6F1B}" dt="2025-08-12T11:18:57.445" v="349" actId="1076"/>
          <ac:cxnSpMkLst>
            <pc:docMk/>
            <pc:sldMk cId="2250494485" sldId="256"/>
            <ac:cxnSpMk id="66" creationId="{68EF9BE2-A5A4-656D-EFE2-F6A3822C5EFA}"/>
          </ac:cxnSpMkLst>
        </pc:cxnChg>
        <pc:cxnChg chg="add mod">
          <ac:chgData name="Lattke, Michael" userId="b6a7f73c-722a-45aa-a013-09f563d00f13" providerId="ADAL" clId="{C6E66305-7024-4513-B1F2-D0ABF23C6F1B}" dt="2025-08-15T14:04:56.035" v="1350" actId="14100"/>
          <ac:cxnSpMkLst>
            <pc:docMk/>
            <pc:sldMk cId="2250494485" sldId="256"/>
            <ac:cxnSpMk id="73" creationId="{FDD4A4C9-ED76-D796-E4C1-A87855B39080}"/>
          </ac:cxnSpMkLst>
        </pc:cxnChg>
        <pc:cxnChg chg="add mod">
          <ac:chgData name="Lattke, Michael" userId="b6a7f73c-722a-45aa-a013-09f563d00f13" providerId="ADAL" clId="{C6E66305-7024-4513-B1F2-D0ABF23C6F1B}" dt="2025-08-15T14:01:07.715" v="1318" actId="1076"/>
          <ac:cxnSpMkLst>
            <pc:docMk/>
            <pc:sldMk cId="2250494485" sldId="256"/>
            <ac:cxnSpMk id="78" creationId="{42EEDA89-23EF-884B-2CAB-998826DA0614}"/>
          </ac:cxnSpMkLst>
        </pc:cxnChg>
        <pc:cxnChg chg="add mod">
          <ac:chgData name="Lattke, Michael" userId="b6a7f73c-722a-45aa-a013-09f563d00f13" providerId="ADAL" clId="{C6E66305-7024-4513-B1F2-D0ABF23C6F1B}" dt="2025-08-15T14:04:07.637" v="1344" actId="1036"/>
          <ac:cxnSpMkLst>
            <pc:docMk/>
            <pc:sldMk cId="2250494485" sldId="256"/>
            <ac:cxnSpMk id="79" creationId="{6B581114-B5C1-715F-C4E8-3BC5154BA74E}"/>
          </ac:cxnSpMkLst>
        </pc:cxnChg>
        <pc:cxnChg chg="add mod">
          <ac:chgData name="Lattke, Michael" userId="b6a7f73c-722a-45aa-a013-09f563d00f13" providerId="ADAL" clId="{C6E66305-7024-4513-B1F2-D0ABF23C6F1B}" dt="2025-08-15T14:18:22.381" v="1536" actId="1036"/>
          <ac:cxnSpMkLst>
            <pc:docMk/>
            <pc:sldMk cId="2250494485" sldId="256"/>
            <ac:cxnSpMk id="88" creationId="{E7E60926-A558-E802-70D8-93C82551CE6E}"/>
          </ac:cxnSpMkLst>
        </pc:cxnChg>
      </pc:sldChg>
      <pc:sldChg chg="add del">
        <pc:chgData name="Lattke, Michael" userId="b6a7f73c-722a-45aa-a013-09f563d00f13" providerId="ADAL" clId="{C6E66305-7024-4513-B1F2-D0ABF23C6F1B}" dt="2025-08-15T14:07:33.532" v="1414" actId="47"/>
        <pc:sldMkLst>
          <pc:docMk/>
          <pc:sldMk cId="1254207662" sldId="257"/>
        </pc:sldMkLst>
      </pc:sldChg>
      <pc:sldChg chg="delSp modSp add del mod delAnim">
        <pc:chgData name="Lattke, Michael" userId="b6a7f73c-722a-45aa-a013-09f563d00f13" providerId="ADAL" clId="{C6E66305-7024-4513-B1F2-D0ABF23C6F1B}" dt="2025-08-15T11:04:12.614" v="1305" actId="47"/>
        <pc:sldMkLst>
          <pc:docMk/>
          <pc:sldMk cId="1947933078" sldId="257"/>
        </pc:sldMkLst>
        <pc:spChg chg="mod">
          <ac:chgData name="Lattke, Michael" userId="b6a7f73c-722a-45aa-a013-09f563d00f13" providerId="ADAL" clId="{C6E66305-7024-4513-B1F2-D0ABF23C6F1B}" dt="2025-08-14T15:55:06.075" v="1142" actId="20577"/>
          <ac:spMkLst>
            <pc:docMk/>
            <pc:sldMk cId="1947933078" sldId="257"/>
            <ac:spMk id="52" creationId="{2716D9F1-00DA-D1E1-87CD-3E4385394DDD}"/>
          </ac:spMkLst>
        </pc:spChg>
      </pc:sldChg>
      <pc:sldChg chg="add del">
        <pc:chgData name="Lattke, Michael" userId="b6a7f73c-722a-45aa-a013-09f563d00f13" providerId="ADAL" clId="{C6E66305-7024-4513-B1F2-D0ABF23C6F1B}" dt="2025-08-12T11:44:10.088" v="1084" actId="47"/>
        <pc:sldMkLst>
          <pc:docMk/>
          <pc:sldMk cId="3482733893" sldId="257"/>
        </pc:sldMkLst>
      </pc:sldChg>
      <pc:sldChg chg="add del">
        <pc:chgData name="Lattke, Michael" userId="b6a7f73c-722a-45aa-a013-09f563d00f13" providerId="ADAL" clId="{C6E66305-7024-4513-B1F2-D0ABF23C6F1B}" dt="2025-08-15T11:04:31.316" v="1306" actId="47"/>
        <pc:sldMkLst>
          <pc:docMk/>
          <pc:sldMk cId="6157564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36122-67C6-4F90-877E-BCA041C82535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1015F-DB47-475E-9311-7971F1717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05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0CD4-D5E8-A7C1-066B-2D6A03343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CDD2A-CB8C-A3FB-DAE1-AB4D4F0B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9C82-FABB-1EFB-0B58-9C0A009B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9C468-AF31-451E-1A5D-949125E3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77B95-AA88-9D6D-E166-AA655BF9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710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4B93-1681-C7AA-324A-D538859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DF12C-9B53-5C38-4828-470BE4A58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E3CFE-D6E5-3955-74F2-F657410F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FB96-B592-6701-503F-068B176E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F162D-8CC4-A3B6-F2F0-4B5BB204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386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6EC0-2F43-B8D2-A7A3-6DFF2407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06B25-4B34-AD52-DECC-9178E9BA4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437B8-CB4B-2243-F2FB-67D9895E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1C59-13C9-D8FF-B693-4AE19C8C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A390B-CD3B-316C-38B2-ADFABC7A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20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FABD-E822-08B0-D96A-1D863C72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B832C-E758-3977-FA64-F3F5E4E03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7B02E-D1F6-CC08-206F-FA44CE145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F8C7D-77E4-93D6-7D96-EBB32A41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BB8E4-9C56-17E9-542A-1BEC8BF9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D4CF5-5680-CFA4-B783-7C1BBC0A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3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A4FD-1DB8-EF6F-F1BB-C4C9AC65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7FDD4-5A7D-17FC-B8D5-B6E01D84F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9E1E6-3B92-109D-468F-B5B3950C4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6448B-A0F8-6882-48B1-243E1DC23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43AF2-0466-DE13-0D0F-3E3C2B60B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6ACB7-2F6D-AC5A-F2D5-1F55F4EA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3E7BF-D736-CE04-92B2-C99CE083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2EEBA-865E-4FFB-A2F9-2472FC92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93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F55F-B14D-62E0-D59C-811062CD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A2431-9358-C467-0437-F3D9B86B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D7E7-2218-6389-82E1-6C2C9FFE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5A88C-AB37-754E-CA1F-14527487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2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15C52-00E9-F4F2-AF2F-AABAFBFA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740BC-A2F7-950D-D572-8A001C9C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09351-FE86-4FA3-F518-B0FB7ED6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92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7F48-12DA-9BB0-00B3-0AB53EA6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7377-03D6-784C-6337-17E87EAA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C6617-492A-9DF6-8238-3917A5EC1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49DA8-F44B-FC45-63BC-B8CE77FE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C8189-BA8F-29BD-1D27-A2F6DAD9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01D69-FD41-2281-1830-EA3D787C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87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F9D9-4612-0AC9-8EEC-BE2AAA65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0CE34-9527-3B1F-D175-5F55A8EB1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2DD10-22AF-88A7-775E-FE2C11590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1166-E752-C56F-5902-5BBBBBD8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F77C-DA5D-6032-D6E4-EF9BE1C3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CCD76-7A3C-53E4-7978-701D623E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87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8B63-0CF7-E2C0-CC90-1B52D2B2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45070-CBBE-B000-F88C-556C8B3BC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473C0-16F0-63E9-EB7B-0FB1B1D5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3CD7B-317B-3D17-3DF6-6F185A80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1D44-B3D2-320E-6D60-27C3CB53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54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096C5-FD91-902F-D2F2-E80CAD43F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82A23-9CE4-9FC7-8F79-605328224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824DC-5CE3-BD44-5624-79CCD8B8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F464F-4459-8A4B-B6AD-AA44F168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42DE3-7321-0AC6-76A6-F1200F88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10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F8992-3A92-4C6A-73A2-77BE7BEC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9BB9C-C84E-AB27-6961-6AFCDBE70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4847-B05D-4B5B-7E95-3F9656178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A8E94-2F9D-41D6-BAC2-6D00324ECAC1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F98B2-3EE0-5D4E-D680-118CB14BA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546DE-1875-25FA-F212-5FAAEE4F6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8512B-445B-4250-8D0A-733AF4707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64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D0BC43-90CA-19C5-DB68-68640143CDF4}"/>
              </a:ext>
            </a:extLst>
          </p:cNvPr>
          <p:cNvSpPr txBox="1"/>
          <p:nvPr/>
        </p:nvSpPr>
        <p:spPr>
          <a:xfrm>
            <a:off x="202569" y="2093002"/>
            <a:ext cx="3370204" cy="954107"/>
          </a:xfrm>
          <a:prstGeom prst="rect">
            <a:avLst/>
          </a:prstGeom>
          <a:solidFill>
            <a:srgbClr val="98FB98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A) Data preparation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Cellranger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-arc mapping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Metadata preparation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Preparation of gene sets of interest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0D7DF-9EFF-EFFF-C450-26889826DFCA}"/>
              </a:ext>
            </a:extLst>
          </p:cNvPr>
          <p:cNvSpPr txBox="1"/>
          <p:nvPr/>
        </p:nvSpPr>
        <p:spPr>
          <a:xfrm>
            <a:off x="4166352" y="1601651"/>
            <a:ext cx="3326109" cy="1169551"/>
          </a:xfrm>
          <a:prstGeom prst="rect">
            <a:avLst/>
          </a:prstGeom>
          <a:solidFill>
            <a:srgbClr val="98FB98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B) Basic analysis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Quality control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Integration, mapping to reference dataset (optional), clustering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Cluster characterisation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A536DF-D4AF-9587-87FB-FF8AA0EF5EE4}"/>
              </a:ext>
            </a:extLst>
          </p:cNvPr>
          <p:cNvCxnSpPr>
            <a:cxnSpLocks/>
          </p:cNvCxnSpPr>
          <p:nvPr/>
        </p:nvCxnSpPr>
        <p:spPr>
          <a:xfrm>
            <a:off x="3557073" y="2431832"/>
            <a:ext cx="6213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58B446-C48A-9498-62CD-F3AECBE4DDCD}"/>
              </a:ext>
            </a:extLst>
          </p:cNvPr>
          <p:cNvSpPr txBox="1"/>
          <p:nvPr/>
        </p:nvSpPr>
        <p:spPr>
          <a:xfrm>
            <a:off x="8568271" y="1605493"/>
            <a:ext cx="3147783" cy="1169551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Subsetting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Subsetting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of interesting clusters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Re-integration, mapping to reference (optional), clustering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Subset cluster characterisation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E9C8D4-E492-6C06-5BCA-156D1A98E41A}"/>
              </a:ext>
            </a:extLst>
          </p:cNvPr>
          <p:cNvCxnSpPr>
            <a:cxnSpLocks/>
          </p:cNvCxnSpPr>
          <p:nvPr/>
        </p:nvCxnSpPr>
        <p:spPr>
          <a:xfrm>
            <a:off x="7492461" y="2098362"/>
            <a:ext cx="107581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A13918-5410-EEB7-7428-77893062E13C}"/>
              </a:ext>
            </a:extLst>
          </p:cNvPr>
          <p:cNvSpPr txBox="1"/>
          <p:nvPr/>
        </p:nvSpPr>
        <p:spPr>
          <a:xfrm>
            <a:off x="4225199" y="3227632"/>
            <a:ext cx="3249287" cy="1384995"/>
          </a:xfrm>
          <a:prstGeom prst="rect">
            <a:avLst/>
          </a:prstGeom>
          <a:solidFill>
            <a:srgbClr val="98FB98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E) Differential expression analysis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generation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DESeq2 analysis by cluster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Characterisation of DEGs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Optional: Nebula analysis, comparison to published DEG sets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5620DB-4E5C-16EE-54F0-21FF868C54FB}"/>
              </a:ext>
            </a:extLst>
          </p:cNvPr>
          <p:cNvCxnSpPr>
            <a:cxnSpLocks/>
          </p:cNvCxnSpPr>
          <p:nvPr/>
        </p:nvCxnSpPr>
        <p:spPr>
          <a:xfrm>
            <a:off x="6669650" y="2782486"/>
            <a:ext cx="0" cy="4353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D24CB86-496F-338F-7AAA-1EB6B5FDE79A}"/>
              </a:ext>
            </a:extLst>
          </p:cNvPr>
          <p:cNvSpPr txBox="1"/>
          <p:nvPr/>
        </p:nvSpPr>
        <p:spPr>
          <a:xfrm>
            <a:off x="224119" y="3594968"/>
            <a:ext cx="3332954" cy="1600438"/>
          </a:xfrm>
          <a:prstGeom prst="rect">
            <a:avLst/>
          </a:prstGeom>
          <a:solidFill>
            <a:srgbClr val="98FB98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F) Regulatory network analysis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Peak calling and annotation</a:t>
            </a:r>
          </a:p>
          <a:p>
            <a:pPr marL="285750" indent="-285750">
              <a:buFontTx/>
              <a:buChar char="-"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scMEGA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gene regulatory network analysis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TF binding validation (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ChIP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-Atlas)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Identification Chr21 gene-TF-PPIs (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BioGRID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database)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65AD1D-B965-8B44-1DBF-395438FF6678}"/>
              </a:ext>
            </a:extLst>
          </p:cNvPr>
          <p:cNvSpPr txBox="1"/>
          <p:nvPr/>
        </p:nvSpPr>
        <p:spPr>
          <a:xfrm>
            <a:off x="8568281" y="3714228"/>
            <a:ext cx="3162161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G) Mapping cell models to tissue  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Quality control, genome mapping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Mapping to reference dataset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Cell type characterisation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E767645-0CAF-8A4F-4DB9-6623A1CB8FC8}"/>
              </a:ext>
            </a:extLst>
          </p:cNvPr>
          <p:cNvCxnSpPr>
            <a:cxnSpLocks/>
          </p:cNvCxnSpPr>
          <p:nvPr/>
        </p:nvCxnSpPr>
        <p:spPr>
          <a:xfrm flipH="1">
            <a:off x="7492463" y="3367425"/>
            <a:ext cx="1630005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C80FBDC-C0C9-9B10-9D33-BAC1DC6340E2}"/>
              </a:ext>
            </a:extLst>
          </p:cNvPr>
          <p:cNvSpPr txBox="1"/>
          <p:nvPr/>
        </p:nvSpPr>
        <p:spPr>
          <a:xfrm>
            <a:off x="8568273" y="5327633"/>
            <a:ext cx="316216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H) Comparison of gene expression cell models vs tissue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generation (models)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DESeq2 analysis by cluster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Characterisation DEGs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Comparison tissue DEGs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964A98-C6CF-8277-CB12-6B94340E545E}"/>
              </a:ext>
            </a:extLst>
          </p:cNvPr>
          <p:cNvCxnSpPr>
            <a:cxnSpLocks/>
          </p:cNvCxnSpPr>
          <p:nvPr/>
        </p:nvCxnSpPr>
        <p:spPr>
          <a:xfrm flipH="1">
            <a:off x="2293970" y="3336194"/>
            <a:ext cx="1931229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8EF9BE2-A5A4-656D-EFE2-F6A3822C5EFA}"/>
              </a:ext>
            </a:extLst>
          </p:cNvPr>
          <p:cNvCxnSpPr>
            <a:cxnSpLocks/>
          </p:cNvCxnSpPr>
          <p:nvPr/>
        </p:nvCxnSpPr>
        <p:spPr>
          <a:xfrm>
            <a:off x="9122468" y="2789276"/>
            <a:ext cx="0" cy="578149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861D2F9-6AF8-1458-B73E-71DC6779DAA7}"/>
              </a:ext>
            </a:extLst>
          </p:cNvPr>
          <p:cNvSpPr txBox="1"/>
          <p:nvPr/>
        </p:nvSpPr>
        <p:spPr>
          <a:xfrm>
            <a:off x="278550" y="580891"/>
            <a:ext cx="3323826" cy="307777"/>
          </a:xfrm>
          <a:prstGeom prst="rect">
            <a:avLst/>
          </a:prstGeom>
          <a:solidFill>
            <a:srgbClr val="98FB98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Core pipeline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3BDF6F-4A80-C949-CE3F-EACA71660A2A}"/>
              </a:ext>
            </a:extLst>
          </p:cNvPr>
          <p:cNvSpPr txBox="1"/>
          <p:nvPr/>
        </p:nvSpPr>
        <p:spPr>
          <a:xfrm>
            <a:off x="278550" y="909308"/>
            <a:ext cx="3323826" cy="307777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Core pipeline - Optional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7536C0-0947-B4AC-EF5E-995B9F2CAABC}"/>
              </a:ext>
            </a:extLst>
          </p:cNvPr>
          <p:cNvSpPr txBox="1"/>
          <p:nvPr/>
        </p:nvSpPr>
        <p:spPr>
          <a:xfrm>
            <a:off x="4166352" y="483969"/>
            <a:ext cx="3281646" cy="954107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R) Preparation reference atlas (from Bhaduri et al., 2021)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Download from UCSC cell browser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Processing and integration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042EBB-0913-C4CC-0CF0-D29AF93D1DEB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3812900" y="961021"/>
            <a:ext cx="353452" cy="2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7D3D72-8F17-E5E4-7980-11B402DA83C0}"/>
              </a:ext>
            </a:extLst>
          </p:cNvPr>
          <p:cNvCxnSpPr>
            <a:cxnSpLocks/>
          </p:cNvCxnSpPr>
          <p:nvPr/>
        </p:nvCxnSpPr>
        <p:spPr>
          <a:xfrm>
            <a:off x="3812900" y="980446"/>
            <a:ext cx="0" cy="1464845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FAF37B-6393-3259-EA89-76AF04FF5BA8}"/>
              </a:ext>
            </a:extLst>
          </p:cNvPr>
          <p:cNvCxnSpPr>
            <a:cxnSpLocks/>
          </p:cNvCxnSpPr>
          <p:nvPr/>
        </p:nvCxnSpPr>
        <p:spPr>
          <a:xfrm>
            <a:off x="7943657" y="930243"/>
            <a:ext cx="0" cy="1181619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7FAE12-425D-DE3F-1328-46B9633200F4}"/>
              </a:ext>
            </a:extLst>
          </p:cNvPr>
          <p:cNvCxnSpPr>
            <a:cxnSpLocks/>
          </p:cNvCxnSpPr>
          <p:nvPr/>
        </p:nvCxnSpPr>
        <p:spPr>
          <a:xfrm flipH="1">
            <a:off x="7420430" y="939249"/>
            <a:ext cx="523227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CBA778-60E2-E976-B066-FD26B1F38303}"/>
              </a:ext>
            </a:extLst>
          </p:cNvPr>
          <p:cNvCxnSpPr>
            <a:cxnSpLocks/>
          </p:cNvCxnSpPr>
          <p:nvPr/>
        </p:nvCxnSpPr>
        <p:spPr>
          <a:xfrm>
            <a:off x="8741469" y="2765034"/>
            <a:ext cx="0" cy="337556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D56C37-887E-4234-1311-1B152C3FAB35}"/>
              </a:ext>
            </a:extLst>
          </p:cNvPr>
          <p:cNvCxnSpPr>
            <a:cxnSpLocks/>
          </p:cNvCxnSpPr>
          <p:nvPr/>
        </p:nvCxnSpPr>
        <p:spPr>
          <a:xfrm flipH="1">
            <a:off x="7635004" y="3078350"/>
            <a:ext cx="1106465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6D06B5-8CCA-DF06-2BD2-BA3815ABC8F0}"/>
              </a:ext>
            </a:extLst>
          </p:cNvPr>
          <p:cNvCxnSpPr>
            <a:cxnSpLocks/>
          </p:cNvCxnSpPr>
          <p:nvPr/>
        </p:nvCxnSpPr>
        <p:spPr>
          <a:xfrm>
            <a:off x="7649387" y="2086661"/>
            <a:ext cx="0" cy="991689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33284EF-EBB4-6BC4-C87B-C21CCEACD52F}"/>
              </a:ext>
            </a:extLst>
          </p:cNvPr>
          <p:cNvCxnSpPr>
            <a:cxnSpLocks/>
          </p:cNvCxnSpPr>
          <p:nvPr/>
        </p:nvCxnSpPr>
        <p:spPr>
          <a:xfrm>
            <a:off x="6705223" y="4600848"/>
            <a:ext cx="0" cy="716793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C09EA5B-A386-B9F3-7BCD-11BBBFBE326E}"/>
              </a:ext>
            </a:extLst>
          </p:cNvPr>
          <p:cNvSpPr txBox="1"/>
          <p:nvPr/>
        </p:nvSpPr>
        <p:spPr>
          <a:xfrm>
            <a:off x="4225200" y="5305862"/>
            <a:ext cx="3249286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J/K) Differential expression analysis bulk RNA-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, comparison to single-cell data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DESeq2 analysis bulk RNA-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Characterisation DEGs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Comparison tissue DEGs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8718C1-7F8B-0DAE-258C-7274267523AB}"/>
              </a:ext>
            </a:extLst>
          </p:cNvPr>
          <p:cNvSpPr txBox="1"/>
          <p:nvPr/>
        </p:nvSpPr>
        <p:spPr>
          <a:xfrm>
            <a:off x="4225199" y="4803182"/>
            <a:ext cx="2142943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Bulk RNA-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 datasets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D98CE7F-95DE-3C0A-7A97-F0159AB5904C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6368142" y="4957071"/>
            <a:ext cx="337081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2405A09-FE41-8CB9-C07A-9FF2F79F93F0}"/>
              </a:ext>
            </a:extLst>
          </p:cNvPr>
          <p:cNvSpPr txBox="1"/>
          <p:nvPr/>
        </p:nvSpPr>
        <p:spPr>
          <a:xfrm>
            <a:off x="224120" y="5327633"/>
            <a:ext cx="3332954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X) Quantification nuclear intensity immunofluorescence 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stainings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Image import, region selection, nuclei identification, nuclear intensity measurement (FIJI)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Visualisation, statistical analysis (R)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83CDA8A-30E7-A6EC-56A0-8DD941A7BD33}"/>
              </a:ext>
            </a:extLst>
          </p:cNvPr>
          <p:cNvCxnSpPr>
            <a:cxnSpLocks/>
          </p:cNvCxnSpPr>
          <p:nvPr/>
        </p:nvCxnSpPr>
        <p:spPr>
          <a:xfrm>
            <a:off x="9764480" y="2765034"/>
            <a:ext cx="0" cy="949194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E42FF5-3EEB-3E3F-F9D1-CAE5A50DDAFB}"/>
              </a:ext>
            </a:extLst>
          </p:cNvPr>
          <p:cNvCxnSpPr>
            <a:cxnSpLocks/>
          </p:cNvCxnSpPr>
          <p:nvPr/>
        </p:nvCxnSpPr>
        <p:spPr>
          <a:xfrm>
            <a:off x="2293969" y="3047109"/>
            <a:ext cx="0" cy="5478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DD4A4C9-ED76-D796-E4C1-A87855B39080}"/>
              </a:ext>
            </a:extLst>
          </p:cNvPr>
          <p:cNvCxnSpPr>
            <a:cxnSpLocks/>
          </p:cNvCxnSpPr>
          <p:nvPr/>
        </p:nvCxnSpPr>
        <p:spPr>
          <a:xfrm flipH="1">
            <a:off x="9853374" y="4674937"/>
            <a:ext cx="1" cy="642704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2EEDA89-23EF-884B-2CAB-998826DA0614}"/>
              </a:ext>
            </a:extLst>
          </p:cNvPr>
          <p:cNvCxnSpPr>
            <a:cxnSpLocks/>
          </p:cNvCxnSpPr>
          <p:nvPr/>
        </p:nvCxnSpPr>
        <p:spPr>
          <a:xfrm flipH="1">
            <a:off x="7228236" y="4803182"/>
            <a:ext cx="2625139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B581114-B5C1-715F-C4E8-3BC5154BA74E}"/>
              </a:ext>
            </a:extLst>
          </p:cNvPr>
          <p:cNvCxnSpPr>
            <a:cxnSpLocks/>
          </p:cNvCxnSpPr>
          <p:nvPr/>
        </p:nvCxnSpPr>
        <p:spPr>
          <a:xfrm>
            <a:off x="7228236" y="4622620"/>
            <a:ext cx="0" cy="220663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584F87A-3458-544E-34D8-7E829B36AAA1}"/>
              </a:ext>
            </a:extLst>
          </p:cNvPr>
          <p:cNvSpPr txBox="1"/>
          <p:nvPr/>
        </p:nvSpPr>
        <p:spPr>
          <a:xfrm>
            <a:off x="10157758" y="2954351"/>
            <a:ext cx="157268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scRNA-seq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 datasets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7E60926-A558-E802-70D8-93C82551CE6E}"/>
              </a:ext>
            </a:extLst>
          </p:cNvPr>
          <p:cNvCxnSpPr>
            <a:cxnSpLocks/>
          </p:cNvCxnSpPr>
          <p:nvPr/>
        </p:nvCxnSpPr>
        <p:spPr>
          <a:xfrm>
            <a:off x="9753839" y="3180263"/>
            <a:ext cx="416124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E19AFFD-189E-D8C7-5538-41179D91D653}"/>
              </a:ext>
            </a:extLst>
          </p:cNvPr>
          <p:cNvSpPr txBox="1"/>
          <p:nvPr/>
        </p:nvSpPr>
        <p:spPr>
          <a:xfrm>
            <a:off x="224119" y="67486"/>
            <a:ext cx="1150631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Lattke et al.: </a:t>
            </a:r>
            <a:r>
              <a:rPr lang="en-GB" sz="14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Single-Cell </a:t>
            </a:r>
            <a:r>
              <a:rPr lang="en-GB" sz="14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Multiomic</a:t>
            </a:r>
            <a:r>
              <a:rPr lang="en-GB" sz="14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 Atlas of Human Cortical Development in Down Syndrome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- Analysis Pipelines Overview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1FB30-D035-BF85-2C3B-21D82BC808D5}"/>
              </a:ext>
            </a:extLst>
          </p:cNvPr>
          <p:cNvSpPr txBox="1"/>
          <p:nvPr/>
        </p:nvSpPr>
        <p:spPr>
          <a:xfrm>
            <a:off x="278550" y="1277173"/>
            <a:ext cx="332382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Scripts for validation, comparison with cell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D5DD55-C5AD-7076-AE82-46A7D4213BEC}"/>
              </a:ext>
            </a:extLst>
          </p:cNvPr>
          <p:cNvSpPr/>
          <p:nvPr/>
        </p:nvSpPr>
        <p:spPr>
          <a:xfrm>
            <a:off x="224119" y="515354"/>
            <a:ext cx="3454648" cy="13196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4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14" grpId="0" animBg="1"/>
      <p:bldP spid="31" grpId="0" animBg="1"/>
      <p:bldP spid="41" grpId="0" animBg="1"/>
      <p:bldP spid="46" grpId="0" animBg="1"/>
      <p:bldP spid="82" grpId="0" animBg="1"/>
      <p:bldP spid="83" grpId="0" animBg="1"/>
      <p:bldP spid="2" grpId="0" animBg="1"/>
      <p:bldP spid="52" grpId="0" animBg="1"/>
      <p:bldP spid="53" grpId="0" animBg="1"/>
      <p:bldP spid="56" grpId="0" animBg="1"/>
      <p:bldP spid="85" grpId="0" animBg="1"/>
      <p:bldP spid="95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257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Lattke, Michael</dc:creator>
  <cp:lastModifiedBy>Lattke, Michael</cp:lastModifiedBy>
  <cp:revision>1</cp:revision>
  <dcterms:created xsi:type="dcterms:W3CDTF">2024-10-09T14:35:30Z</dcterms:created>
  <dcterms:modified xsi:type="dcterms:W3CDTF">2025-08-15T14:19:48Z</dcterms:modified>
</cp:coreProperties>
</file>